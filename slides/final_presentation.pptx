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70" r:id="rId5"/>
    <p:sldId id="277" r:id="rId6"/>
    <p:sldId id="278" r:id="rId7"/>
    <p:sldId id="276" r:id="rId8"/>
    <p:sldId id="274" r:id="rId9"/>
    <p:sldId id="267" r:id="rId10"/>
    <p:sldId id="268" r:id="rId11"/>
    <p:sldId id="273" r:id="rId12"/>
    <p:sldId id="271" r:id="rId13"/>
    <p:sldId id="280" r:id="rId14"/>
    <p:sldId id="275" r:id="rId15"/>
    <p:sldId id="279" r:id="rId16"/>
    <p:sldId id="269" r:id="rId17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F6FD"/>
    <a:srgbClr val="E0ED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115" autoAdjust="0"/>
    <p:restoredTop sz="73608" autoAdjust="0"/>
  </p:normalViewPr>
  <p:slideViewPr>
    <p:cSldViewPr snapToGrid="0">
      <p:cViewPr varScale="1">
        <p:scale>
          <a:sx n="81" d="100"/>
          <a:sy n="81" d="100"/>
        </p:scale>
        <p:origin x="1458" y="90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F86E1E-A313-4006-871E-DE020A38E478}" type="datetimeFigureOut">
              <a:rPr lang="en-IL" smtClean="0"/>
              <a:t>13/07/2026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9360AB-A164-434F-A9FA-636F995ADE8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039647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/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9360AB-A164-434F-A9FA-636F995ADE82}" type="slidenum">
              <a:rPr lang="en-IL" smtClean="0"/>
              <a:t>1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161832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/>
            <a:endParaRPr lang="en-IL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9360AB-A164-434F-A9FA-636F995ADE82}" type="slidenum">
              <a:rPr lang="en-IL" smtClean="0"/>
              <a:t>2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777540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/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9360AB-A164-434F-A9FA-636F995ADE82}" type="slidenum">
              <a:rPr lang="en-IL" smtClean="0"/>
              <a:t>3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964139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25063-11FB-569C-81A5-66648C67A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7FB11F-DFB8-6F93-F89F-71DD552071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5A5E5D-77B4-298E-EF72-37ABB534EF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 algn="r" rtl="1">
              <a:buAutoNum type="arabicPeriod"/>
            </a:pPr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8ACEC7-CDEB-83E1-51F0-4CF965CD05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9360AB-A164-434F-A9FA-636F995ADE82}" type="slidenum">
              <a:rPr lang="en-IL" smtClean="0"/>
              <a:t>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339653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9360AB-A164-434F-A9FA-636F995ADE82}" type="slidenum">
              <a:rPr lang="en-IL" smtClean="0"/>
              <a:t>8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714262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9360AB-A164-434F-A9FA-636F995ADE82}" type="slidenum">
              <a:rPr lang="en-IL" smtClean="0"/>
              <a:t>9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873923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9360AB-A164-434F-A9FA-636F995ADE82}" type="slidenum">
              <a:rPr lang="en-IL" smtClean="0"/>
              <a:t>10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834869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9360AB-A164-434F-A9FA-636F995ADE82}" type="slidenum">
              <a:rPr lang="en-IL" smtClean="0"/>
              <a:t>12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472082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9360AB-A164-434F-A9FA-636F995ADE82}" type="slidenum">
              <a:rPr lang="en-IL" smtClean="0"/>
              <a:t>14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167101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9360AB-A164-434F-A9FA-636F995ADE82}" type="slidenum">
              <a:rPr lang="en-IL" smtClean="0"/>
              <a:t>15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79494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246A6-A3AD-612F-CE87-99C36D5FB7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C8BA66-1428-3361-D259-2569C99204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7C6B1A-1161-66E3-37B8-58D7ABBA1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0F8CA-0C96-4087-B1C4-78A92F03E0AE}" type="datetimeFigureOut">
              <a:rPr lang="en-IL" smtClean="0"/>
              <a:t>13/07/2026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BA927A-DD7B-9113-4ECB-9AC8723C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DE53F4-249D-E468-416C-CD64FEAFE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AF117-386D-4FB7-BEFA-07374E2DED9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57783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337F1-43B7-1240-7ABF-A6F0A866C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F72E5-93AF-CA32-9788-F2424F1485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B83DC1-3286-BF9D-2199-28C8F9763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0F8CA-0C96-4087-B1C4-78A92F03E0AE}" type="datetimeFigureOut">
              <a:rPr lang="en-IL" smtClean="0"/>
              <a:t>13/07/2026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441CB-E23A-D475-89A4-53DE05B74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0AFFCA-42B3-D6C7-2604-B5C33DD78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AF117-386D-4FB7-BEFA-07374E2DED9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5688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23C15-661E-54DA-C90D-D0BD1C6C2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6B912D-8D96-1D7C-5641-C939CC3159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EDE34F-467C-18B0-8287-47B05C9BA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0F8CA-0C96-4087-B1C4-78A92F03E0AE}" type="datetimeFigureOut">
              <a:rPr lang="en-IL" smtClean="0"/>
              <a:t>13/07/2026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A7433F-6C71-ACBB-FEA9-665296121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F6F849-15C1-4BB6-CE2C-B75357DB2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AF117-386D-4FB7-BEFA-07374E2DED9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07108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1F38A-3071-D138-8D5C-62D54D9DA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C14457-74E5-40E8-A814-C5E740FE2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C3B933-8AE4-6EC4-EA70-C91A8D1421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E44964-1FCB-438C-79DD-42EB950E9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0F8CA-0C96-4087-B1C4-78A92F03E0AE}" type="datetimeFigureOut">
              <a:rPr lang="en-IL" smtClean="0"/>
              <a:t>13/07/2026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AB3C8F-E9FC-522A-5B20-B077ACED6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26E694-CD4F-4227-B06D-B51654145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AF117-386D-4FB7-BEFA-07374E2DED9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95882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E5B73-522B-F709-597B-86100EA20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199CB-2A27-707F-90CA-5B3D0FA49A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CDBB26-E7B6-2757-7197-15948CE45E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B3AD7D-2E53-6631-6257-18A5829592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FA4066-B7F7-C14D-A680-A348D9EA59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368142-2C87-5E0D-74AF-890425C7E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0F8CA-0C96-4087-B1C4-78A92F03E0AE}" type="datetimeFigureOut">
              <a:rPr lang="en-IL" smtClean="0"/>
              <a:t>13/07/2026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592821-A928-C3BE-8434-A3FA530B6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8D0F15-10E6-B9EE-656B-1B90B2E85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AF117-386D-4FB7-BEFA-07374E2DED9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76719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58D1D-7896-2F32-9E93-2C877A3AD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96C4E-D553-2B2E-13DF-C3075F11D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0F8CA-0C96-4087-B1C4-78A92F03E0AE}" type="datetimeFigureOut">
              <a:rPr lang="en-IL" smtClean="0"/>
              <a:t>13/07/2026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D4C0BB-65C7-1855-036A-FA112F29A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EDDF9B-15DC-A62F-7565-8886C92AD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AF117-386D-4FB7-BEFA-07374E2DED9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00542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2F38A6-BC89-299A-B049-8649F8222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0F8CA-0C96-4087-B1C4-78A92F03E0AE}" type="datetimeFigureOut">
              <a:rPr lang="en-IL" smtClean="0"/>
              <a:t>13/07/2026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9609F9-8D2E-091D-6B4F-7FE41D325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0F9E9B-78A8-47B3-799E-85F9C7958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AF117-386D-4FB7-BEFA-07374E2DED9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06370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C305E-AE07-FB1E-A822-440B13EF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771F28-E15C-7474-AF1C-866F75F163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C2545C-E6AC-5283-DCCA-C20AE0C80E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6B1B6E-B69E-9943-07C5-4280CB30E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0F8CA-0C96-4087-B1C4-78A92F03E0AE}" type="datetimeFigureOut">
              <a:rPr lang="en-IL" smtClean="0"/>
              <a:t>13/07/2026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D7AD79-7DAA-0894-D8B2-A538073A3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BB8AC8-4BE3-5578-290B-F9684B983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AF117-386D-4FB7-BEFA-07374E2DED9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52657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448E3-258B-10A2-2CA1-3171B7B91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6E324E-0159-0CAA-B44C-33DAABC7A6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EB1807-4E1C-4AC9-A774-65B19CF92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335AA5-C223-374F-E9D0-BFE5F822A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0F8CA-0C96-4087-B1C4-78A92F03E0AE}" type="datetimeFigureOut">
              <a:rPr lang="en-IL" smtClean="0"/>
              <a:t>13/07/2026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7EAE82-4DF5-4DE5-AEE0-405B73CFA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9CC366-F61F-3281-9101-75B4D7CA4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AF117-386D-4FB7-BEFA-07374E2DED9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22424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A2171-53EC-7C53-CEBE-90547AFB2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7C9236-3CEB-284C-F2F4-86AD9603BB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FAC0F6-79D5-31F0-C246-504CE455C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0F8CA-0C96-4087-B1C4-78A92F03E0AE}" type="datetimeFigureOut">
              <a:rPr lang="en-IL" smtClean="0"/>
              <a:t>13/07/2026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57B0F3-9C19-7096-800D-60A4C723F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8432EB-7409-93DC-1AF6-8358772D0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AF117-386D-4FB7-BEFA-07374E2DED9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30648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74634A-FD3B-F3E7-196E-7B0C0AA098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BFA5E2-E83A-C171-F97A-C6A202875A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5ECF2-F513-6611-2D95-10798478F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0F8CA-0C96-4087-B1C4-78A92F03E0AE}" type="datetimeFigureOut">
              <a:rPr lang="en-IL" smtClean="0"/>
              <a:t>13/07/2026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4EACC-3CD2-6C49-C8C6-897596A95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CE849-8B4D-1242-46EE-294714BCE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AF117-386D-4FB7-BEFA-07374E2DED9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6163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FCB9DC-DCB0-EF66-6F8C-99F395495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56E210-776B-B226-FB88-1525D9D8DE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1104BA-D243-CFBF-3EF5-BEACF487B3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80F8CA-0C96-4087-B1C4-78A92F03E0AE}" type="datetimeFigureOut">
              <a:rPr lang="en-IL" smtClean="0"/>
              <a:t>13/07/2026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D3896A-5105-E529-A045-D06D5861F6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F9B2F6-07BC-19E5-AD7C-F7412BE3E1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5AF117-386D-4FB7-BEFA-07374E2DED9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67090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AABF4-742B-0C90-3200-D7B0A4BA03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CE57E1-B995-00BD-29BC-A9E70F0ABD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FA8C34-FDD0-E4B2-6981-E813E6333F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020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6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2B2BBC37-32B8-1511-359E-C9A0F41A37A5}"/>
              </a:ext>
            </a:extLst>
          </p:cNvPr>
          <p:cNvSpPr/>
          <p:nvPr/>
        </p:nvSpPr>
        <p:spPr>
          <a:xfrm>
            <a:off x="0" y="22669"/>
            <a:ext cx="12192000" cy="82075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421242-E1BF-7638-592D-B31440794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287" y="0"/>
            <a:ext cx="9454243" cy="991966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motivation</a:t>
            </a:r>
            <a:endParaRPr lang="en-IL" sz="4000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8AD38-3ACE-0895-50E3-EFDAE624FA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129" y="1306286"/>
            <a:ext cx="10651671" cy="4870677"/>
          </a:xfrm>
        </p:spPr>
        <p:txBody>
          <a:bodyPr>
            <a:normAutofit/>
          </a:bodyPr>
          <a:lstStyle/>
          <a:p>
            <a:r>
              <a:rPr lang="en-US" dirty="0"/>
              <a:t>Drones can be tiny, blurred, noisy, or partially blended into sky backgrounds.</a:t>
            </a:r>
          </a:p>
          <a:p>
            <a:r>
              <a:rPr lang="en-US" dirty="0"/>
              <a:t>Birds and airplanes create hard negatives that are visually similar to drones.</a:t>
            </a:r>
          </a:p>
          <a:p>
            <a:r>
              <a:rPr lang="en-US" dirty="0"/>
              <a:t>A useful benchmark should expose robustness limits, not only average performance.</a:t>
            </a:r>
          </a:p>
          <a:p>
            <a:r>
              <a:rPr lang="en-IL" dirty="0"/>
              <a:t>The purpose was not just to make more drone images. The purpose was to create a dataset where we can control the conditions under which detection becomes hard</a:t>
            </a:r>
            <a:r>
              <a:rPr lang="en-US" dirty="0"/>
              <a:t>, then compare detector behavior under those conditions</a:t>
            </a:r>
            <a:r>
              <a:rPr lang="en-IL" dirty="0"/>
              <a:t>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772808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8824A-BC3F-9B60-165D-B1D710C8B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0"/>
            <a:ext cx="10515600" cy="1325563"/>
          </a:xfrm>
        </p:spPr>
        <p:txBody>
          <a:bodyPr/>
          <a:lstStyle/>
          <a:p>
            <a:r>
              <a:rPr lang="en-US" dirty="0"/>
              <a:t>datasets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604490-915C-302C-7151-4F52C7919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850" y="857250"/>
            <a:ext cx="11353800" cy="60007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L" b="1" dirty="0"/>
              <a:t>drone-positive images</a:t>
            </a:r>
            <a:r>
              <a:rPr lang="en-GB" dirty="0"/>
              <a:t>- </a:t>
            </a:r>
            <a:r>
              <a:rPr lang="en-US" dirty="0"/>
              <a:t>contains images with a drone and no additional hard distractor. </a:t>
            </a:r>
            <a:br>
              <a:rPr lang="en-US" dirty="0"/>
            </a:br>
            <a:r>
              <a:rPr lang="en-US" dirty="0"/>
              <a:t>Answer:</a:t>
            </a:r>
            <a:endParaRPr lang="he-IL" dirty="0"/>
          </a:p>
          <a:p>
            <a:pPr marL="0" indent="0">
              <a:buNone/>
            </a:pPr>
            <a:r>
              <a:rPr lang="en-US" b="1" dirty="0"/>
              <a:t>Can the model detect a drone when a drone is present?</a:t>
            </a:r>
            <a:endParaRPr lang="en-IL" dirty="0"/>
          </a:p>
          <a:p>
            <a:r>
              <a:rPr lang="en-IL" b="1" dirty="0"/>
              <a:t>distractor-only hard negatives</a:t>
            </a:r>
            <a:r>
              <a:rPr lang="en-GB" b="1" dirty="0"/>
              <a:t> </a:t>
            </a:r>
            <a:r>
              <a:rPr lang="en-GB" dirty="0"/>
              <a:t>– </a:t>
            </a:r>
            <a:r>
              <a:rPr lang="en-US" dirty="0"/>
              <a:t>contains a bird or airplane but no drone.</a:t>
            </a:r>
            <a:r>
              <a:rPr lang="en-GB" dirty="0"/>
              <a:t> </a:t>
            </a:r>
            <a:br>
              <a:rPr lang="en-GB" dirty="0"/>
            </a:br>
            <a:r>
              <a:rPr lang="en-GB" dirty="0"/>
              <a:t>Answer: </a:t>
            </a:r>
            <a:br>
              <a:rPr lang="en-GB" dirty="0"/>
            </a:br>
            <a:r>
              <a:rPr lang="en-US" b="1" dirty="0"/>
              <a:t>Does the model hallucinate drones when only a distractor is present?</a:t>
            </a:r>
            <a:endParaRPr lang="en-IL" dirty="0"/>
          </a:p>
          <a:p>
            <a:pPr marL="0" indent="0">
              <a:buNone/>
            </a:pPr>
            <a:r>
              <a:rPr lang="en-IL" dirty="0"/>
              <a:t> </a:t>
            </a:r>
            <a:r>
              <a:rPr lang="en-IL" b="1" dirty="0"/>
              <a:t>drone-plus-distractor mixed images</a:t>
            </a:r>
            <a:r>
              <a:rPr lang="en-GB" b="1" dirty="0"/>
              <a:t> </a:t>
            </a:r>
            <a:r>
              <a:rPr lang="en-GB" dirty="0"/>
              <a:t>– </a:t>
            </a:r>
            <a:r>
              <a:rPr lang="en-US" dirty="0"/>
              <a:t>The mixed subset contains both a drone and a distractor.</a:t>
            </a:r>
            <a:endParaRPr lang="en-IL" dirty="0"/>
          </a:p>
          <a:p>
            <a:pPr marL="0" indent="0">
              <a:buNone/>
            </a:pPr>
            <a:r>
              <a:rPr lang="en-GB" dirty="0"/>
              <a:t>Answer: </a:t>
            </a:r>
            <a:br>
              <a:rPr lang="en-GB" dirty="0"/>
            </a:br>
            <a:r>
              <a:rPr lang="en-US" b="1" dirty="0"/>
              <a:t>Can the model detect the drone while ignoring a visually similar non-drone object?</a:t>
            </a:r>
            <a:endParaRPr lang="en-I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EB01CC-1B13-432E-F88B-07460A781B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6597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84593-2A96-D5C3-4FAA-C2BBA7412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6B84ECD-5B9B-4BF2-A5EB-58E7E86EB1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FB344C21-BE5B-A9FA-E353-75A578F1B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7F8DD84-DDFC-7B79-40EA-2688CF1681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3760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4BA88-D19A-7974-6984-118BBD4B9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31F2B-8FD4-AACE-25DD-28069F9C7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Birds Extraction</a:t>
            </a:r>
            <a:endParaRPr lang="en-IL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DC68B3A-2A66-36AC-89AC-92029C1310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0653" y="1690688"/>
            <a:ext cx="3709737" cy="370973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EB9B692-A5A5-368F-39E4-EFB856EE54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8154" y="1617470"/>
            <a:ext cx="4243223" cy="3623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543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7C491-2F07-2DEC-F9A8-35D691432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AE58A-0368-7243-87FC-A48AAD2BB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Drone Extraction</a:t>
            </a:r>
            <a:endParaRPr lang="en-IL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E0D0C36-7D39-5836-DA00-CBC97E3390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8809" y="2274470"/>
            <a:ext cx="4728141" cy="282163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752181B-7F69-0169-C333-506C1F7339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5659" y="2274470"/>
            <a:ext cx="4827933" cy="2898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7731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039A0-316E-454E-5E7F-172FA6EC0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Drone Extraction</a:t>
            </a:r>
            <a:endParaRPr lang="en-IL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B1783C8-FD30-D363-0634-564C9E6FD2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285" y="2094955"/>
            <a:ext cx="5378116" cy="331591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E9C6001-8FC5-9EDE-DAB0-DF6AC9E917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274470"/>
            <a:ext cx="5513658" cy="2956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0200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602B4-1851-E6ED-9BF2-96F5B0E53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8257"/>
            <a:ext cx="10515600" cy="1325563"/>
          </a:xfrm>
        </p:spPr>
        <p:txBody>
          <a:bodyPr/>
          <a:lstStyle/>
          <a:p>
            <a:r>
              <a:rPr lang="en-US" dirty="0"/>
              <a:t>Example of mix dataset- </a:t>
            </a:r>
            <a:r>
              <a:rPr lang="en-US" dirty="0" err="1"/>
              <a:t>drone+airplane</a:t>
            </a:r>
            <a:endParaRPr lang="en-IL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ACA743F-A65F-B0EF-93A3-2D8D22C2C5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787969" y="992414"/>
            <a:ext cx="5865586" cy="586558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0B495D2-B5C7-72FA-562C-BE3A52EE8CEE}"/>
              </a:ext>
            </a:extLst>
          </p:cNvPr>
          <p:cNvSpPr/>
          <p:nvPr/>
        </p:nvSpPr>
        <p:spPr>
          <a:xfrm>
            <a:off x="8003969" y="3669475"/>
            <a:ext cx="522514" cy="451263"/>
          </a:xfrm>
          <a:prstGeom prst="rect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7BBD46-D654-9160-4C8B-3E509D5B647A}"/>
              </a:ext>
            </a:extLst>
          </p:cNvPr>
          <p:cNvSpPr/>
          <p:nvPr/>
        </p:nvSpPr>
        <p:spPr>
          <a:xfrm>
            <a:off x="6317673" y="2624447"/>
            <a:ext cx="368135" cy="296883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998707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2500C-8531-B0A2-D901-DB64CA8C5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CBE4-BEEA-F019-215C-E54F6B6453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5131C7-4A6F-D2FD-FAE4-1F3F76C5E8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8183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CBFFE-FF0C-D302-879F-EB47C9A19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BE7E02-DB64-57BA-1343-418D1AA8A9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DB4C38-1897-C370-5F1B-5A2B6978E3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2154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D069B-1F3F-0C93-2BBC-5E07B9035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GroundingDino</a:t>
            </a:r>
            <a:r>
              <a:rPr lang="en-US" dirty="0"/>
              <a:t> prediction on Positive drone dataset</a:t>
            </a:r>
            <a:endParaRPr lang="en-I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36AC32-A80B-54D0-B3EC-FD0B1CC6BD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04304"/>
            <a:ext cx="12192000" cy="2249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8020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762A2-A352-ACA5-76AE-6271FEBF3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0E390-6E0D-27C1-E0D1-6AC76B90D8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A8078C-75F7-5EF8-77EA-270FF620F3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2496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3A3D0-87CC-9F7E-CC3D-65A315BF2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7AF79-5420-07AB-1D30-35268CF368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IL" b="1" dirty="0"/>
              <a:t>drone detection should not be evaluated only by recall</a:t>
            </a:r>
            <a:r>
              <a:rPr lang="en-IL" dirty="0"/>
              <a:t>.</a:t>
            </a:r>
            <a:br>
              <a:rPr lang="en-US" dirty="0"/>
            </a:br>
            <a:r>
              <a:rPr lang="en-IL" dirty="0"/>
              <a:t> A model that detects more drones may also hallucinate drones on birds or airplanes. Therefore, robust evaluation requires both target detection metrics and hard-negative false-positive analysis</a:t>
            </a:r>
          </a:p>
        </p:txBody>
      </p:sp>
    </p:spTree>
    <p:extLst>
      <p:ext uri="{BB962C8B-B14F-4D97-AF65-F5344CB8AC3E}">
        <p14:creationId xmlns:p14="http://schemas.microsoft.com/office/powerpoint/2010/main" val="536921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F904F-BB52-4A52-176F-B7A233E48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hard negative dataset - bird</a:t>
            </a:r>
            <a:endParaRPr lang="en-IL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A38C09D-CE97-28E4-93D7-8024372B37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272588" y="1584992"/>
            <a:ext cx="5152691" cy="5152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2002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1DB98-51A6-DF0A-DD1B-5530CE7D7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3AB112-5984-2E76-37CE-AC00F477FC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8515" y="1844674"/>
            <a:ext cx="10603831" cy="4351338"/>
          </a:xfrm>
        </p:spPr>
        <p:txBody>
          <a:bodyPr/>
          <a:lstStyle/>
          <a:p>
            <a:endParaRPr lang="en-I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3667A8-E1CF-11F9-732E-A8ACFC412F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9"/>
            <a:ext cx="12192000" cy="6677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8822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4D9C9-09D2-33B4-1AE9-B12399C31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End-to-end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68C32-756C-719D-A41F-CED59DCF93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subset: </a:t>
            </a:r>
            <a:r>
              <a:rPr lang="en-US" dirty="0" err="1"/>
              <a:t>synthetic_drone_plus_distractor</a:t>
            </a:r>
            <a:endParaRPr lang="en-US" dirty="0"/>
          </a:p>
          <a:p>
            <a:r>
              <a:rPr lang="en-US" dirty="0"/>
              <a:t>Distractor: bird</a:t>
            </a:r>
          </a:p>
          <a:p>
            <a:r>
              <a:rPr lang="en-US" dirty="0" err="1"/>
              <a:t>background_type</a:t>
            </a:r>
            <a:r>
              <a:rPr lang="en-US" dirty="0"/>
              <a:t>: </a:t>
            </a:r>
            <a:r>
              <a:rPr lang="en-US" dirty="0" err="1"/>
              <a:t>cloudy_sky</a:t>
            </a:r>
            <a:endParaRPr lang="en-US" dirty="0"/>
          </a:p>
          <a:p>
            <a:r>
              <a:rPr lang="en-US" dirty="0" err="1"/>
              <a:t>drone_size_px</a:t>
            </a:r>
            <a:r>
              <a:rPr lang="en-US" dirty="0"/>
              <a:t>: 15</a:t>
            </a:r>
          </a:p>
          <a:p>
            <a:r>
              <a:rPr lang="en-US" dirty="0" err="1"/>
              <a:t>distractor_size_px</a:t>
            </a:r>
            <a:r>
              <a:rPr lang="en-US" dirty="0"/>
              <a:t>: 30</a:t>
            </a:r>
          </a:p>
          <a:p>
            <a:r>
              <a:rPr lang="en-US" dirty="0" err="1"/>
              <a:t>gaussian_noise_sigma</a:t>
            </a:r>
            <a:r>
              <a:rPr lang="en-US" dirty="0"/>
              <a:t>: 10</a:t>
            </a:r>
          </a:p>
          <a:p>
            <a:r>
              <a:rPr lang="en-US" dirty="0" err="1"/>
              <a:t>blur_level</a:t>
            </a:r>
            <a:r>
              <a:rPr lang="en-US" dirty="0"/>
              <a:t>: mild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6957546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2509</TotalTime>
  <Words>297</Words>
  <Application>Microsoft Office PowerPoint</Application>
  <PresentationFormat>Widescreen</PresentationFormat>
  <Paragraphs>37</Paragraphs>
  <Slides>16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PowerPoint Presentation</vt:lpstr>
      <vt:lpstr>motivation</vt:lpstr>
      <vt:lpstr>datasets</vt:lpstr>
      <vt:lpstr>PowerPoint Presentation</vt:lpstr>
      <vt:lpstr>Birds Extraction</vt:lpstr>
      <vt:lpstr>Drone Extraction</vt:lpstr>
      <vt:lpstr>Drone Extraction</vt:lpstr>
      <vt:lpstr>Example of mix dataset- drone+airplane</vt:lpstr>
      <vt:lpstr>PowerPoint Presentation</vt:lpstr>
      <vt:lpstr>PowerPoint Presentation</vt:lpstr>
      <vt:lpstr>GroundingDino prediction on Positive drone dataset</vt:lpstr>
      <vt:lpstr>PowerPoint Presentation</vt:lpstr>
      <vt:lpstr>Conclusion</vt:lpstr>
      <vt:lpstr>Example of hard negative dataset - bird</vt:lpstr>
      <vt:lpstr>PowerPoint Presentation</vt:lpstr>
      <vt:lpstr>End-to-end 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Michal Laufer</dc:creator>
  <cp:lastModifiedBy>Michal Laufer</cp:lastModifiedBy>
  <cp:revision>15</cp:revision>
  <dcterms:created xsi:type="dcterms:W3CDTF">2026-06-29T14:38:44Z</dcterms:created>
  <dcterms:modified xsi:type="dcterms:W3CDTF">2026-07-13T13:58:26Z</dcterms:modified>
</cp:coreProperties>
</file>